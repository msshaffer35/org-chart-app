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3108" y="243768"/>
            <a:ext cx="1248091" cy="638672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333108" y="243768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1113" y="341275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3635" y="341275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Jenkins</a:t>
            </a:r>
            <a:endParaRPr lang="en-US" sz="537" dirty="0"/>
          </a:p>
        </p:txBody>
      </p:sp>
      <p:sp>
        <p:nvSpPr>
          <p:cNvPr id="6" name="Text 4"/>
          <p:cNvSpPr/>
          <p:nvPr/>
        </p:nvSpPr>
        <p:spPr>
          <a:xfrm>
            <a:off x="4703635" y="438782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461" dirty="0"/>
          </a:p>
        </p:txBody>
      </p:sp>
      <p:sp>
        <p:nvSpPr>
          <p:cNvPr id="7" name="Text 5"/>
          <p:cNvSpPr/>
          <p:nvPr/>
        </p:nvSpPr>
        <p:spPr>
          <a:xfrm>
            <a:off x="4411113" y="765431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400" dirty="0"/>
          </a:p>
        </p:txBody>
      </p:sp>
      <p:sp>
        <p:nvSpPr>
          <p:cNvPr id="8" name="Shape 6"/>
          <p:cNvSpPr/>
          <p:nvPr/>
        </p:nvSpPr>
        <p:spPr>
          <a:xfrm>
            <a:off x="2022189" y="1511360"/>
            <a:ext cx="1248091" cy="638672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22189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0195" y="1608867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2716" y="1608867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Chen</a:t>
            </a:r>
            <a:endParaRPr lang="en-US" sz="537" dirty="0"/>
          </a:p>
        </p:txBody>
      </p:sp>
      <p:sp>
        <p:nvSpPr>
          <p:cNvPr id="12" name="Text 10"/>
          <p:cNvSpPr/>
          <p:nvPr/>
        </p:nvSpPr>
        <p:spPr>
          <a:xfrm>
            <a:off x="2392716" y="1706374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Engineering</a:t>
            </a:r>
            <a:endParaRPr lang="en-US" sz="461" dirty="0"/>
          </a:p>
        </p:txBody>
      </p:sp>
      <p:sp>
        <p:nvSpPr>
          <p:cNvPr id="13" name="Text 11"/>
          <p:cNvSpPr/>
          <p:nvPr/>
        </p:nvSpPr>
        <p:spPr>
          <a:xfrm>
            <a:off x="2100195" y="2033023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400" dirty="0"/>
          </a:p>
        </p:txBody>
      </p:sp>
      <p:sp>
        <p:nvSpPr>
          <p:cNvPr id="14" name="Shape 12"/>
          <p:cNvSpPr/>
          <p:nvPr/>
        </p:nvSpPr>
        <p:spPr>
          <a:xfrm>
            <a:off x="4333108" y="1511360"/>
            <a:ext cx="1248091" cy="1126207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3108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1113" y="1608867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3635" y="1608867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Wong</a:t>
            </a:r>
            <a:endParaRPr lang="en-US" sz="537" dirty="0"/>
          </a:p>
        </p:txBody>
      </p:sp>
      <p:sp>
        <p:nvSpPr>
          <p:cNvPr id="18" name="Text 16"/>
          <p:cNvSpPr/>
          <p:nvPr/>
        </p:nvSpPr>
        <p:spPr>
          <a:xfrm>
            <a:off x="4703635" y="1706374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Product</a:t>
            </a:r>
            <a:endParaRPr lang="en-US" sz="461" dirty="0"/>
          </a:p>
        </p:txBody>
      </p:sp>
      <p:sp>
        <p:nvSpPr>
          <p:cNvPr id="19" name="Text 17"/>
          <p:cNvSpPr/>
          <p:nvPr/>
        </p:nvSpPr>
        <p:spPr>
          <a:xfrm>
            <a:off x="4703635" y="1813632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CoE: </a:t>
            </a:r>
            <a:pPr algn="l" indent="0" marL="0">
              <a:buNone/>
            </a:pPr>
            <a:r>
              <a:rPr lang="en-US" sz="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400" dirty="0"/>
          </a:p>
        </p:txBody>
      </p:sp>
      <p:sp>
        <p:nvSpPr>
          <p:cNvPr id="20" name="Text 18"/>
          <p:cNvSpPr/>
          <p:nvPr/>
        </p:nvSpPr>
        <p:spPr>
          <a:xfrm>
            <a:off x="4703635" y="1881887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Regions: </a:t>
            </a:r>
            <a:pPr algn="l" indent="0" marL="0">
              <a:buNone/>
            </a:pPr>
            <a:r>
              <a:rPr lang="en-US" sz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400" dirty="0"/>
          </a:p>
        </p:txBody>
      </p:sp>
      <p:sp>
        <p:nvSpPr>
          <p:cNvPr id="21" name="Text 19"/>
          <p:cNvSpPr/>
          <p:nvPr/>
        </p:nvSpPr>
        <p:spPr>
          <a:xfrm>
            <a:off x="4703635" y="1950142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algn="l" indent="0" marL="0">
              <a:buNone/>
            </a:pPr>
            <a:r>
              <a:rPr lang="en-US" sz="400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HR, Finance, Sales</a:t>
            </a:r>
            <a:endParaRPr lang="en-US" sz="400" dirty="0"/>
          </a:p>
        </p:txBody>
      </p:sp>
      <p:sp>
        <p:nvSpPr>
          <p:cNvPr id="22" name="Text 20"/>
          <p:cNvSpPr/>
          <p:nvPr/>
        </p:nvSpPr>
        <p:spPr>
          <a:xfrm>
            <a:off x="4703635" y="2018397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Sub-Function: </a:t>
            </a:r>
            <a:pPr algn="l" indent="0" marL="0">
              <a:buNone/>
            </a:pPr>
            <a:r>
              <a:rPr lang="en-US" sz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Recruitment, Field, Accounting</a:t>
            </a:r>
            <a:endParaRPr lang="en-US" sz="400" dirty="0"/>
          </a:p>
        </p:txBody>
      </p:sp>
      <p:sp>
        <p:nvSpPr>
          <p:cNvPr id="23" name="Text 21"/>
          <p:cNvSpPr/>
          <p:nvPr/>
        </p:nvSpPr>
        <p:spPr>
          <a:xfrm>
            <a:off x="4411113" y="2520559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400" dirty="0"/>
          </a:p>
        </p:txBody>
      </p:sp>
      <p:sp>
        <p:nvSpPr>
          <p:cNvPr id="24" name="Shape 22"/>
          <p:cNvSpPr/>
          <p:nvPr/>
        </p:nvSpPr>
        <p:spPr>
          <a:xfrm>
            <a:off x="5873720" y="1511360"/>
            <a:ext cx="1248091" cy="1126207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73720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51726" y="1608867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4247" y="1608867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Smith</a:t>
            </a:r>
            <a:endParaRPr lang="en-US" sz="537" dirty="0"/>
          </a:p>
        </p:txBody>
      </p:sp>
      <p:sp>
        <p:nvSpPr>
          <p:cNvPr id="28" name="Text 26"/>
          <p:cNvSpPr/>
          <p:nvPr/>
        </p:nvSpPr>
        <p:spPr>
          <a:xfrm>
            <a:off x="6244247" y="1706374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Sales</a:t>
            </a:r>
            <a:endParaRPr lang="en-US" sz="461" dirty="0"/>
          </a:p>
        </p:txBody>
      </p:sp>
      <p:sp>
        <p:nvSpPr>
          <p:cNvPr id="29" name="Text 27"/>
          <p:cNvSpPr/>
          <p:nvPr/>
        </p:nvSpPr>
        <p:spPr>
          <a:xfrm>
            <a:off x="6244247" y="1813632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Regions: </a:t>
            </a:r>
            <a:pPr algn="l" indent="0" marL="0">
              <a:buNone/>
            </a:pPr>
            <a:r>
              <a:rPr lang="en-US" sz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</a:t>
            </a:r>
            <a:endParaRPr lang="en-US" sz="400" dirty="0"/>
          </a:p>
        </p:txBody>
      </p:sp>
      <p:sp>
        <p:nvSpPr>
          <p:cNvPr id="30" name="Text 28"/>
          <p:cNvSpPr/>
          <p:nvPr/>
        </p:nvSpPr>
        <p:spPr>
          <a:xfrm>
            <a:off x="6244247" y="1881887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algn="l" indent="0" marL="0">
              <a:buNone/>
            </a:pPr>
            <a:r>
              <a:rPr lang="en-US" sz="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400" dirty="0"/>
          </a:p>
        </p:txBody>
      </p:sp>
      <p:sp>
        <p:nvSpPr>
          <p:cNvPr id="31" name="Text 29"/>
          <p:cNvSpPr/>
          <p:nvPr/>
        </p:nvSpPr>
        <p:spPr>
          <a:xfrm>
            <a:off x="6244247" y="1950142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Sub-Function: </a:t>
            </a:r>
            <a:pPr algn="l" indent="0" marL="0">
              <a:buNone/>
            </a:pPr>
            <a:r>
              <a:rPr lang="en-US" sz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Accounting, Other (Finance)</a:t>
            </a:r>
            <a:endParaRPr lang="en-US" sz="400" dirty="0"/>
          </a:p>
        </p:txBody>
      </p:sp>
      <p:sp>
        <p:nvSpPr>
          <p:cNvPr id="32" name="Text 30"/>
          <p:cNvSpPr/>
          <p:nvPr/>
        </p:nvSpPr>
        <p:spPr>
          <a:xfrm>
            <a:off x="6244247" y="2018397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</a:t>
            </a:r>
            <a:pPr algn="l" indent="0" marL="0">
              <a:buNone/>
            </a:pPr>
            <a:r>
              <a:rPr lang="en-US" sz="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</a:t>
            </a:r>
            <a:endParaRPr lang="en-US" sz="400" dirty="0"/>
          </a:p>
        </p:txBody>
      </p:sp>
      <p:sp>
        <p:nvSpPr>
          <p:cNvPr id="33" name="Text 31"/>
          <p:cNvSpPr/>
          <p:nvPr/>
        </p:nvSpPr>
        <p:spPr>
          <a:xfrm>
            <a:off x="5951726" y="2520559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400" dirty="0"/>
          </a:p>
        </p:txBody>
      </p:sp>
      <p:sp>
        <p:nvSpPr>
          <p:cNvPr id="34" name="Shape 32"/>
          <p:cNvSpPr/>
          <p:nvPr/>
        </p:nvSpPr>
        <p:spPr>
          <a:xfrm>
            <a:off x="2022189" y="2778953"/>
            <a:ext cx="1248091" cy="638672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22189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0195" y="2876460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92716" y="2876460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Kim</a:t>
            </a:r>
            <a:endParaRPr lang="en-US" sz="537" dirty="0"/>
          </a:p>
        </p:txBody>
      </p:sp>
      <p:sp>
        <p:nvSpPr>
          <p:cNvPr id="38" name="Text 36"/>
          <p:cNvSpPr/>
          <p:nvPr/>
        </p:nvSpPr>
        <p:spPr>
          <a:xfrm>
            <a:off x="2392716" y="2973967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</a:t>
            </a:r>
            <a:endParaRPr lang="en-US" sz="461" dirty="0"/>
          </a:p>
        </p:txBody>
      </p:sp>
      <p:sp>
        <p:nvSpPr>
          <p:cNvPr id="39" name="Text 37"/>
          <p:cNvSpPr/>
          <p:nvPr/>
        </p:nvSpPr>
        <p:spPr>
          <a:xfrm>
            <a:off x="2100195" y="3300616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400" dirty="0"/>
          </a:p>
        </p:txBody>
      </p:sp>
      <p:sp>
        <p:nvSpPr>
          <p:cNvPr id="40" name="Shape 38"/>
          <p:cNvSpPr/>
          <p:nvPr/>
        </p:nvSpPr>
        <p:spPr>
          <a:xfrm>
            <a:off x="4333108" y="2778953"/>
            <a:ext cx="1248091" cy="638672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33108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11113" y="2876460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3635" y="2876460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Davis</a:t>
            </a:r>
            <a:endParaRPr lang="en-US" sz="537" dirty="0"/>
          </a:p>
        </p:txBody>
      </p:sp>
      <p:sp>
        <p:nvSpPr>
          <p:cNvPr id="44" name="Text 42"/>
          <p:cNvSpPr/>
          <p:nvPr/>
        </p:nvSpPr>
        <p:spPr>
          <a:xfrm>
            <a:off x="4703635" y="2973967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461" dirty="0"/>
          </a:p>
        </p:txBody>
      </p:sp>
      <p:sp>
        <p:nvSpPr>
          <p:cNvPr id="45" name="Text 43"/>
          <p:cNvSpPr/>
          <p:nvPr/>
        </p:nvSpPr>
        <p:spPr>
          <a:xfrm>
            <a:off x="4411113" y="3300616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400" dirty="0"/>
          </a:p>
        </p:txBody>
      </p:sp>
      <p:sp>
        <p:nvSpPr>
          <p:cNvPr id="46" name="Shape 44"/>
          <p:cNvSpPr/>
          <p:nvPr/>
        </p:nvSpPr>
        <p:spPr>
          <a:xfrm>
            <a:off x="5873720" y="2778953"/>
            <a:ext cx="1248091" cy="755680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73720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51726" y="2876460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44247" y="2876460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Wilson</a:t>
            </a:r>
            <a:endParaRPr lang="en-US" sz="537" dirty="0"/>
          </a:p>
        </p:txBody>
      </p:sp>
      <p:sp>
        <p:nvSpPr>
          <p:cNvPr id="50" name="Text 48"/>
          <p:cNvSpPr/>
          <p:nvPr/>
        </p:nvSpPr>
        <p:spPr>
          <a:xfrm>
            <a:off x="6244247" y="2973967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Lead</a:t>
            </a:r>
            <a:endParaRPr lang="en-US" sz="461" dirty="0"/>
          </a:p>
        </p:txBody>
      </p:sp>
      <p:sp>
        <p:nvSpPr>
          <p:cNvPr id="51" name="Text 49"/>
          <p:cNvSpPr/>
          <p:nvPr/>
        </p:nvSpPr>
        <p:spPr>
          <a:xfrm>
            <a:off x="6244247" y="3081225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CoE: </a:t>
            </a:r>
            <a:pPr algn="l" indent="0" marL="0">
              <a:buNone/>
            </a:pPr>
            <a:r>
              <a:rPr lang="en-US" sz="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400" dirty="0"/>
          </a:p>
        </p:txBody>
      </p:sp>
      <p:sp>
        <p:nvSpPr>
          <p:cNvPr id="52" name="Text 50"/>
          <p:cNvSpPr/>
          <p:nvPr/>
        </p:nvSpPr>
        <p:spPr>
          <a:xfrm>
            <a:off x="5951726" y="3417624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400" dirty="0"/>
          </a:p>
        </p:txBody>
      </p:sp>
      <p:sp>
        <p:nvSpPr>
          <p:cNvPr id="53" name="Shape 51"/>
          <p:cNvSpPr/>
          <p:nvPr/>
        </p:nvSpPr>
        <p:spPr>
          <a:xfrm>
            <a:off x="2022189" y="4046545"/>
            <a:ext cx="1248091" cy="638672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022189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00195" y="4144052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92716" y="4144052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Garcia</a:t>
            </a:r>
            <a:endParaRPr lang="en-US" sz="537" dirty="0"/>
          </a:p>
        </p:txBody>
      </p:sp>
      <p:sp>
        <p:nvSpPr>
          <p:cNvPr id="57" name="Text 55"/>
          <p:cNvSpPr/>
          <p:nvPr/>
        </p:nvSpPr>
        <p:spPr>
          <a:xfrm>
            <a:off x="2392716" y="4241559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</a:t>
            </a:r>
            <a:endParaRPr lang="en-US" sz="461" dirty="0"/>
          </a:p>
        </p:txBody>
      </p:sp>
      <p:sp>
        <p:nvSpPr>
          <p:cNvPr id="58" name="Text 56"/>
          <p:cNvSpPr/>
          <p:nvPr/>
        </p:nvSpPr>
        <p:spPr>
          <a:xfrm>
            <a:off x="2100195" y="4568208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400" dirty="0"/>
          </a:p>
        </p:txBody>
      </p:sp>
      <p:sp>
        <p:nvSpPr>
          <p:cNvPr id="59" name="Shape 57"/>
          <p:cNvSpPr/>
          <p:nvPr/>
        </p:nvSpPr>
        <p:spPr>
          <a:xfrm>
            <a:off x="5103414" y="4046545"/>
            <a:ext cx="1248091" cy="638672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103414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81419" y="4144052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73941" y="4144052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Martin</a:t>
            </a:r>
            <a:endParaRPr lang="en-US" sz="537" dirty="0"/>
          </a:p>
        </p:txBody>
      </p:sp>
      <p:sp>
        <p:nvSpPr>
          <p:cNvPr id="63" name="Text 61"/>
          <p:cNvSpPr/>
          <p:nvPr/>
        </p:nvSpPr>
        <p:spPr>
          <a:xfrm>
            <a:off x="5473941" y="4241559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</a:t>
            </a:r>
            <a:endParaRPr lang="en-US" sz="461" dirty="0"/>
          </a:p>
        </p:txBody>
      </p:sp>
      <p:sp>
        <p:nvSpPr>
          <p:cNvPr id="64" name="Text 62"/>
          <p:cNvSpPr/>
          <p:nvPr/>
        </p:nvSpPr>
        <p:spPr>
          <a:xfrm>
            <a:off x="5181419" y="4568208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400" dirty="0"/>
          </a:p>
        </p:txBody>
      </p:sp>
      <p:sp>
        <p:nvSpPr>
          <p:cNvPr id="65" name="Shape 63"/>
          <p:cNvSpPr/>
          <p:nvPr/>
        </p:nvSpPr>
        <p:spPr>
          <a:xfrm>
            <a:off x="3562801" y="4046545"/>
            <a:ext cx="1248091" cy="853187"/>
          </a:xfrm>
          <a:prstGeom prst="rect">
            <a:avLst/>
          </a:prstGeom>
          <a:solidFill>
            <a:srgbClr val="FFFFFF"/>
          </a:solidFill>
          <a:ln w="6500">
            <a:solidFill>
              <a:srgbClr val="E5E7EB"/>
            </a:solidFill>
            <a:prstDash val="solid"/>
          </a:ln>
          <a:effectLst>
            <a:outerShdw sx="100000" sy="100000" kx="0" ky="0" algn="bl" rotWithShape="0" blurRad="19501" dist="13001" dir="162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562801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40807" y="4144052"/>
            <a:ext cx="234017" cy="234017"/>
          </a:xfrm>
          <a:prstGeom prst="ellipse">
            <a:avLst/>
          </a:prstGeom>
          <a:solidFill>
            <a:srgbClr val="F3F4F6"/>
          </a:solidFill>
          <a:ln w="650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33328" y="4144052"/>
            <a:ext cx="799558" cy="1535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37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Jessica Taylor</a:t>
            </a:r>
            <a:endParaRPr lang="en-US" sz="537" dirty="0"/>
          </a:p>
        </p:txBody>
      </p:sp>
      <p:sp>
        <p:nvSpPr>
          <p:cNvPr id="69" name="Text 67"/>
          <p:cNvSpPr/>
          <p:nvPr/>
        </p:nvSpPr>
        <p:spPr>
          <a:xfrm>
            <a:off x="3933328" y="4241559"/>
            <a:ext cx="799558" cy="13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461" dirty="0"/>
          </a:p>
        </p:txBody>
      </p:sp>
      <p:sp>
        <p:nvSpPr>
          <p:cNvPr id="70" name="Text 68"/>
          <p:cNvSpPr/>
          <p:nvPr/>
        </p:nvSpPr>
        <p:spPr>
          <a:xfrm>
            <a:off x="3933328" y="4348817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CoE: </a:t>
            </a:r>
            <a:pPr algn="l" indent="0" marL="0">
              <a:buNone/>
            </a:pPr>
            <a:r>
              <a:rPr lang="en-US" sz="4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  <a:endParaRPr lang="en-US" sz="400" dirty="0"/>
          </a:p>
        </p:txBody>
      </p:sp>
      <p:sp>
        <p:nvSpPr>
          <p:cNvPr id="71" name="Text 69"/>
          <p:cNvSpPr/>
          <p:nvPr/>
        </p:nvSpPr>
        <p:spPr>
          <a:xfrm>
            <a:off x="3933328" y="4417072"/>
            <a:ext cx="799558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Regions: </a:t>
            </a:r>
            <a:pPr algn="l" indent="0" marL="0">
              <a:buNone/>
            </a:pPr>
            <a:r>
              <a:rPr lang="en-US" sz="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US, Global, EMEA</a:t>
            </a:r>
            <a:endParaRPr lang="en-US" sz="400" dirty="0"/>
          </a:p>
        </p:txBody>
      </p:sp>
      <p:sp>
        <p:nvSpPr>
          <p:cNvPr id="72" name="Text 70"/>
          <p:cNvSpPr/>
          <p:nvPr/>
        </p:nvSpPr>
        <p:spPr>
          <a:xfrm>
            <a:off x="3640807" y="4782724"/>
            <a:ext cx="1092080" cy="1143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400" dirty="0"/>
          </a:p>
        </p:txBody>
      </p:sp>
      <p:sp>
        <p:nvSpPr>
          <p:cNvPr id="73" name="Shape 71"/>
          <p:cNvSpPr/>
          <p:nvPr/>
        </p:nvSpPr>
        <p:spPr>
          <a:xfrm>
            <a:off x="4957153" y="882439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46235" y="1196900"/>
            <a:ext cx="2310918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46235" y="1196900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57153" y="882439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57153" y="1196900"/>
            <a:ext cx="0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57153" y="1196900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57153" y="882439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57153" y="1196900"/>
            <a:ext cx="1540612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497765" y="1196900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46235" y="2150032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646235" y="2464492"/>
            <a:ext cx="0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646235" y="2464492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957153" y="2637567"/>
            <a:ext cx="0" cy="70693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57153" y="2708260"/>
            <a:ext cx="0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57153" y="2708260"/>
            <a:ext cx="0" cy="70693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97765" y="2637567"/>
            <a:ext cx="0" cy="70693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97765" y="2708260"/>
            <a:ext cx="0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497765" y="2708260"/>
            <a:ext cx="0" cy="70693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646235" y="3417624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46235" y="3732085"/>
            <a:ext cx="0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46235" y="3732085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57153" y="3417624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86847" y="3732085"/>
            <a:ext cx="770306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86847" y="3732085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957153" y="3417624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57153" y="3732085"/>
            <a:ext cx="770306" cy="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727459" y="3732085"/>
            <a:ext cx="0" cy="314460"/>
          </a:xfrm>
          <a:prstGeom prst="line">
            <a:avLst/>
          </a:prstGeom>
          <a:noFill/>
          <a:ln w="9751">
            <a:solidFill>
              <a:srgbClr val="9CA3A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2025-11-23T20:13:34Z</dcterms:created>
  <dcterms:modified xsi:type="dcterms:W3CDTF">2025-11-23T20:13:34Z</dcterms:modified>
</cp:coreProperties>
</file>