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3108" y="243768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333108" y="243768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11113" y="341275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3635" y="341275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Jenkins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03635" y="458283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11113" y="877564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2189" y="1511360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22189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0195" y="1608867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2716" y="1608867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Mike Chen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92716" y="1725876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0195" y="214515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3108" y="1511360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33108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11113" y="1608867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3635" y="1608867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Wong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3635" y="1725876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Product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11113" y="214515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73720" y="1511360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73720" y="1511360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51726" y="1608867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44247" y="1608867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Smith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44247" y="1725876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51726" y="2145156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22189" y="2778953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022189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0195" y="2876460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2716" y="2876460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Kim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392716" y="2993468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Engineer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0195" y="3412749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33108" y="2778953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33108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11113" y="2876460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3635" y="2876460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Emily Davis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703635" y="2993468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11113" y="3412749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73720" y="2778953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873720" y="2778953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51726" y="2876460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4247" y="2876460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Wilson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44247" y="2993468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Lead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51726" y="3412749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22189" y="4046545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022189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00195" y="4144052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92716" y="4144052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 Garcia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392716" y="4261061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100195" y="468034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103414" y="4046545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103414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81419" y="4144052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73941" y="4144052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Martin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473941" y="4261061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181419" y="468034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562801" y="4046545"/>
            <a:ext cx="1248091" cy="780057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162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562801" y="4046545"/>
            <a:ext cx="1248091" cy="39003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40807" y="4144052"/>
            <a:ext cx="234017" cy="234017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3328" y="4144052"/>
            <a:ext cx="799558" cy="117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Jessica Taylor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933328" y="4261061"/>
            <a:ext cx="799558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640807" y="4680341"/>
            <a:ext cx="1092080" cy="975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957153" y="882439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46235" y="1196900"/>
            <a:ext cx="231091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46235" y="1196900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957153" y="882439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57153" y="1196900"/>
            <a:ext cx="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957153" y="1196900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57153" y="882439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57153" y="1196900"/>
            <a:ext cx="1540612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97765" y="1196900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46235" y="2150032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46235" y="2464492"/>
            <a:ext cx="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46235" y="2464492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57153" y="2462055"/>
            <a:ext cx="0" cy="158449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957153" y="2620504"/>
            <a:ext cx="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57153" y="2620504"/>
            <a:ext cx="0" cy="158449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97765" y="2364547"/>
            <a:ext cx="0" cy="207203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97765" y="2571750"/>
            <a:ext cx="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97765" y="2571750"/>
            <a:ext cx="0" cy="207203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46235" y="3417624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46235" y="3732085"/>
            <a:ext cx="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46235" y="3732085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57153" y="3417624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186847" y="3732085"/>
            <a:ext cx="77030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86847" y="3732085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957153" y="3417624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957153" y="3732085"/>
            <a:ext cx="77030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27459" y="3732085"/>
            <a:ext cx="0" cy="3144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2025-11-23T20:07:20Z</dcterms:created>
  <dcterms:modified xsi:type="dcterms:W3CDTF">2025-11-23T20:07:20Z</dcterms:modified>
</cp:coreProperties>
</file>