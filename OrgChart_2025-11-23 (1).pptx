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3108" y="243768"/>
            <a:ext cx="1248091" cy="78005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333108" y="243768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11113" y="341275"/>
            <a:ext cx="1092080" cy="117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Sarah Jenkins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411113" y="458283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CEO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11113" y="877564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Executive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22189" y="1511360"/>
            <a:ext cx="1248091" cy="78005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22189" y="1511360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0195" y="1608867"/>
            <a:ext cx="1092080" cy="117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Mike Chen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0195" y="1725876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VP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0195" y="2145156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Engineering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33108" y="1511360"/>
            <a:ext cx="1248091" cy="78005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33108" y="1511360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1113" y="1608867"/>
            <a:ext cx="1092080" cy="117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Lisa Wong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11113" y="1725876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VP Product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11113" y="2145156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Product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73720" y="1511360"/>
            <a:ext cx="1248091" cy="78005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73720" y="1511360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51726" y="1608867"/>
            <a:ext cx="1092080" cy="117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James Smith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51726" y="1725876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Head of Sales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51726" y="2145156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Sales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22189" y="2778953"/>
            <a:ext cx="1248091" cy="78005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22189" y="2778953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0195" y="2876460"/>
            <a:ext cx="1092080" cy="117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David Kim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00195" y="2993468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Senior Engineer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00195" y="3412749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Engineering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33108" y="2778953"/>
            <a:ext cx="1248091" cy="78005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33108" y="2778953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11113" y="2876460"/>
            <a:ext cx="1092080" cy="117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Emily Davis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11113" y="2993468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Product Manager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11113" y="3412749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Product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73720" y="2778953"/>
            <a:ext cx="1248091" cy="78005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73720" y="2778953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51726" y="2876460"/>
            <a:ext cx="1092080" cy="117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Tom Wilson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951726" y="2993468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Sales Lead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51726" y="3412749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Sales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022189" y="4046545"/>
            <a:ext cx="1248091" cy="78005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022189" y="4046545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00195" y="4144052"/>
            <a:ext cx="1092080" cy="117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Anna Garcia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100195" y="4261061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Frontend Dev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100195" y="4680341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Engineering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03414" y="4046545"/>
            <a:ext cx="1248091" cy="78005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103414" y="4046545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81419" y="4144052"/>
            <a:ext cx="1092080" cy="117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Chris Martin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181419" y="4261061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Backend Dev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81419" y="4680341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Engineering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562801" y="4046545"/>
            <a:ext cx="1248091" cy="78005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562801" y="4046545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40807" y="4144052"/>
            <a:ext cx="1092080" cy="117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Jessica Taylor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3640807" y="4261061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Designer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640807" y="4680341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Product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 flipH="1" flipV="1">
            <a:off x="2646235" y="882439"/>
            <a:ext cx="2310918" cy="628921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57153" y="882439"/>
            <a:ext cx="0" cy="628921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57153" y="882439"/>
            <a:ext cx="1540612" cy="628921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646235" y="2150032"/>
            <a:ext cx="0" cy="628921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57153" y="2364547"/>
            <a:ext cx="0" cy="414405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97765" y="2267040"/>
            <a:ext cx="0" cy="511912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46235" y="3417624"/>
            <a:ext cx="0" cy="628921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 flipV="1">
            <a:off x="4186847" y="3417624"/>
            <a:ext cx="770306" cy="628921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57153" y="3417624"/>
            <a:ext cx="770306" cy="628921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2025-11-23T19:56:24Z</dcterms:created>
  <dcterms:modified xsi:type="dcterms:W3CDTF">2025-11-23T19:56:24Z</dcterms:modified>
</cp:coreProperties>
</file>